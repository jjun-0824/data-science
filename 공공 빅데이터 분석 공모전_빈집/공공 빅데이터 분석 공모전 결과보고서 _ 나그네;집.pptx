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CF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10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3945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33.png"/><Relationship Id="rId5" Type="http://schemas.openxmlformats.org/officeDocument/2006/relationships/image" Target="../media/image29.png"/><Relationship Id="rId10" Type="http://schemas.openxmlformats.org/officeDocument/2006/relationships/image" Target="../media/image32.png"/><Relationship Id="rId4" Type="http://schemas.openxmlformats.org/officeDocument/2006/relationships/image" Target="../media/image28.pn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40.png"/><Relationship Id="rId5" Type="http://schemas.openxmlformats.org/officeDocument/2006/relationships/image" Target="../media/image36.png"/><Relationship Id="rId10" Type="http://schemas.openxmlformats.org/officeDocument/2006/relationships/image" Target="../media/image39.png"/><Relationship Id="rId4" Type="http://schemas.openxmlformats.org/officeDocument/2006/relationships/image" Target="../media/image35.png"/><Relationship Id="rId9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51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49.png"/><Relationship Id="rId5" Type="http://schemas.openxmlformats.org/officeDocument/2006/relationships/image" Target="../media/image44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3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60.png"/><Relationship Id="rId7" Type="http://schemas.openxmlformats.org/officeDocument/2006/relationships/image" Target="../media/image63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65.png"/><Relationship Id="rId5" Type="http://schemas.openxmlformats.org/officeDocument/2006/relationships/image" Target="../media/image62.png"/><Relationship Id="rId10" Type="http://schemas.openxmlformats.org/officeDocument/2006/relationships/image" Target="../media/image32.png"/><Relationship Id="rId4" Type="http://schemas.openxmlformats.org/officeDocument/2006/relationships/image" Target="../media/image61.png"/><Relationship Id="rId9" Type="http://schemas.openxmlformats.org/officeDocument/2006/relationships/image" Target="../media/image6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66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73.png"/><Relationship Id="rId5" Type="http://schemas.openxmlformats.org/officeDocument/2006/relationships/image" Target="../media/image68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4" Type="http://schemas.openxmlformats.org/officeDocument/2006/relationships/image" Target="../media/image67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8.png"/><Relationship Id="rId7" Type="http://schemas.openxmlformats.org/officeDocument/2006/relationships/image" Target="../media/image81.png"/><Relationship Id="rId12" Type="http://schemas.openxmlformats.org/officeDocument/2006/relationships/image" Target="../media/image8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22.png"/><Relationship Id="rId5" Type="http://schemas.openxmlformats.org/officeDocument/2006/relationships/image" Target="../media/image80.png"/><Relationship Id="rId10" Type="http://schemas.openxmlformats.org/officeDocument/2006/relationships/image" Target="../media/image84.png"/><Relationship Id="rId4" Type="http://schemas.openxmlformats.org/officeDocument/2006/relationships/image" Target="../media/image79.png"/><Relationship Id="rId9" Type="http://schemas.openxmlformats.org/officeDocument/2006/relationships/image" Target="../media/image8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3" Type="http://schemas.openxmlformats.org/officeDocument/2006/relationships/image" Target="../media/image86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5" Type="http://schemas.openxmlformats.org/officeDocument/2006/relationships/image" Target="../media/image97.png"/><Relationship Id="rId10" Type="http://schemas.openxmlformats.org/officeDocument/2006/relationships/image" Target="../media/image92.png"/><Relationship Id="rId4" Type="http://schemas.openxmlformats.org/officeDocument/2006/relationships/image" Target="../media/image67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3" Type="http://schemas.openxmlformats.org/officeDocument/2006/relationships/image" Target="../media/image98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104.png"/><Relationship Id="rId5" Type="http://schemas.openxmlformats.org/officeDocument/2006/relationships/image" Target="../media/image99.png"/><Relationship Id="rId10" Type="http://schemas.openxmlformats.org/officeDocument/2006/relationships/image" Target="../media/image103.png"/><Relationship Id="rId4" Type="http://schemas.openxmlformats.org/officeDocument/2006/relationships/image" Target="../media/image67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5" Type="http://schemas.openxmlformats.org/officeDocument/2006/relationships/image" Target="../media/image67.png"/><Relationship Id="rId10" Type="http://schemas.openxmlformats.org/officeDocument/2006/relationships/image" Target="../media/image113.png"/><Relationship Id="rId4" Type="http://schemas.openxmlformats.org/officeDocument/2006/relationships/image" Target="../media/image109.png"/><Relationship Id="rId9" Type="http://schemas.openxmlformats.org/officeDocument/2006/relationships/image" Target="../media/image1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5" Type="http://schemas.openxmlformats.org/officeDocument/2006/relationships/image" Target="../media/image67.png"/><Relationship Id="rId4" Type="http://schemas.openxmlformats.org/officeDocument/2006/relationships/image" Target="../media/image115.png"/><Relationship Id="rId9" Type="http://schemas.openxmlformats.org/officeDocument/2006/relationships/image" Target="../media/image1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28.png"/><Relationship Id="rId3" Type="http://schemas.openxmlformats.org/officeDocument/2006/relationships/image" Target="../media/image119.png"/><Relationship Id="rId7" Type="http://schemas.openxmlformats.org/officeDocument/2006/relationships/image" Target="../media/image123.png"/><Relationship Id="rId12" Type="http://schemas.openxmlformats.org/officeDocument/2006/relationships/image" Target="../media/image127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2.png"/><Relationship Id="rId11" Type="http://schemas.openxmlformats.org/officeDocument/2006/relationships/image" Target="../media/image126.png"/><Relationship Id="rId5" Type="http://schemas.openxmlformats.org/officeDocument/2006/relationships/image" Target="../media/image121.png"/><Relationship Id="rId15" Type="http://schemas.openxmlformats.org/officeDocument/2006/relationships/image" Target="../media/image130.png"/><Relationship Id="rId10" Type="http://schemas.openxmlformats.org/officeDocument/2006/relationships/image" Target="../media/image125.png"/><Relationship Id="rId4" Type="http://schemas.openxmlformats.org/officeDocument/2006/relationships/image" Target="../media/image120.png"/><Relationship Id="rId9" Type="http://schemas.openxmlformats.org/officeDocument/2006/relationships/image" Target="../media/image82.png"/><Relationship Id="rId14" Type="http://schemas.openxmlformats.org/officeDocument/2006/relationships/image" Target="../media/image12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38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12" Type="http://schemas.openxmlformats.org/officeDocument/2006/relationships/image" Target="../media/image127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11" Type="http://schemas.openxmlformats.org/officeDocument/2006/relationships/image" Target="../media/image126.png"/><Relationship Id="rId5" Type="http://schemas.openxmlformats.org/officeDocument/2006/relationships/image" Target="../media/image134.png"/><Relationship Id="rId15" Type="http://schemas.openxmlformats.org/officeDocument/2006/relationships/image" Target="../media/image130.png"/><Relationship Id="rId10" Type="http://schemas.openxmlformats.org/officeDocument/2006/relationships/image" Target="../media/image137.png"/><Relationship Id="rId4" Type="http://schemas.openxmlformats.org/officeDocument/2006/relationships/image" Target="../media/image133.png"/><Relationship Id="rId9" Type="http://schemas.openxmlformats.org/officeDocument/2006/relationships/image" Target="../media/image82.png"/><Relationship Id="rId14" Type="http://schemas.openxmlformats.org/officeDocument/2006/relationships/image" Target="../media/image12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4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3.png"/><Relationship Id="rId11" Type="http://schemas.openxmlformats.org/officeDocument/2006/relationships/image" Target="../media/image147.png"/><Relationship Id="rId5" Type="http://schemas.openxmlformats.org/officeDocument/2006/relationships/image" Target="../media/image142.png"/><Relationship Id="rId10" Type="http://schemas.openxmlformats.org/officeDocument/2006/relationships/image" Target="../media/image146.png"/><Relationship Id="rId4" Type="http://schemas.openxmlformats.org/officeDocument/2006/relationships/image" Target="../media/image141.png"/><Relationship Id="rId9" Type="http://schemas.openxmlformats.org/officeDocument/2006/relationships/image" Target="../media/image1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0318" y="2240280"/>
            <a:ext cx="9246299" cy="1883664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0461" y="8237030"/>
            <a:ext cx="4551283" cy="374904"/>
          </a:xfrm>
          <a:prstGeom prst="rect">
            <a:avLst/>
          </a:prstGeom>
        </p:spPr>
      </p:pic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22069" y="959834"/>
            <a:ext cx="4069366" cy="493776"/>
          </a:xfrm>
          <a:prstGeom prst="rect">
            <a:avLst/>
          </a:prstGeom>
        </p:spPr>
      </p:pic>
      <p:pic>
        <p:nvPicPr>
          <p:cNvPr id="6" name="Object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0461" y="5197935"/>
            <a:ext cx="5984462" cy="493776"/>
          </a:xfrm>
          <a:prstGeom prst="rect">
            <a:avLst/>
          </a:prstGeom>
        </p:spPr>
      </p:pic>
      <p:pic>
        <p:nvPicPr>
          <p:cNvPr id="7" name="Object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0461" y="4704159"/>
            <a:ext cx="5984462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417" y="1756648"/>
            <a:ext cx="3909060" cy="832104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01500" y="1713357"/>
            <a:ext cx="3909060" cy="530352"/>
          </a:xfrm>
          <a:prstGeom prst="rect">
            <a:avLst/>
          </a:prstGeom>
        </p:spPr>
      </p:pic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01500" y="2236851"/>
            <a:ext cx="5218367" cy="548640"/>
          </a:xfrm>
          <a:prstGeom prst="rect">
            <a:avLst/>
          </a:prstGeom>
        </p:spPr>
      </p:pic>
      <p:pic>
        <p:nvPicPr>
          <p:cNvPr id="6" name="Object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01500" y="3121819"/>
            <a:ext cx="3909060" cy="530352"/>
          </a:xfrm>
          <a:prstGeom prst="rect">
            <a:avLst/>
          </a:prstGeom>
        </p:spPr>
      </p:pic>
      <p:pic>
        <p:nvPicPr>
          <p:cNvPr id="7" name="Object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01500" y="3689318"/>
            <a:ext cx="5218367" cy="1143000"/>
          </a:xfrm>
          <a:prstGeom prst="rect">
            <a:avLst/>
          </a:prstGeom>
        </p:spPr>
      </p:pic>
      <p:pic>
        <p:nvPicPr>
          <p:cNvPr id="8" name="Object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17073" y="5135356"/>
            <a:ext cx="3909060" cy="530352"/>
          </a:xfrm>
          <a:prstGeom prst="rect">
            <a:avLst/>
          </a:prstGeom>
        </p:spPr>
      </p:pic>
      <p:pic>
        <p:nvPicPr>
          <p:cNvPr id="9" name="Object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01500" y="5707142"/>
            <a:ext cx="5218367" cy="566928"/>
          </a:xfrm>
          <a:prstGeom prst="rect">
            <a:avLst/>
          </a:prstGeom>
        </p:spPr>
      </p:pic>
      <p:pic>
        <p:nvPicPr>
          <p:cNvPr id="10" name="Object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17073" y="6608112"/>
            <a:ext cx="3909060" cy="530352"/>
          </a:xfrm>
          <a:prstGeom prst="rect">
            <a:avLst/>
          </a:prstGeom>
        </p:spPr>
      </p:pic>
      <p:pic>
        <p:nvPicPr>
          <p:cNvPr id="11" name="Object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96748" y="6958441"/>
            <a:ext cx="521836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1907095"/>
            <a:ext cx="8930402" cy="713232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2706910"/>
            <a:ext cx="10383441" cy="658368"/>
          </a:xfrm>
          <a:prstGeom prst="rect">
            <a:avLst/>
          </a:prstGeom>
        </p:spPr>
      </p:pic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3288" y="263319"/>
            <a:ext cx="1562195" cy="740664"/>
          </a:xfrm>
          <a:prstGeom prst="rect">
            <a:avLst/>
          </a:prstGeom>
        </p:spPr>
      </p:pic>
      <p:pic>
        <p:nvPicPr>
          <p:cNvPr id="6" name="Object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010" y="341043"/>
            <a:ext cx="4802600" cy="585216"/>
          </a:xfrm>
          <a:prstGeom prst="rect">
            <a:avLst/>
          </a:prstGeom>
        </p:spPr>
      </p:pic>
      <p:pic>
        <p:nvPicPr>
          <p:cNvPr id="7" name="Object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8685" y="9245584"/>
            <a:ext cx="4702445" cy="329184"/>
          </a:xfrm>
          <a:prstGeom prst="rect">
            <a:avLst/>
          </a:prstGeom>
        </p:spPr>
      </p:pic>
      <p:pic>
        <p:nvPicPr>
          <p:cNvPr id="8" name="Object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98809" y="4124087"/>
            <a:ext cx="5494258" cy="1636776"/>
          </a:xfrm>
          <a:prstGeom prst="rect">
            <a:avLst/>
          </a:prstGeom>
        </p:spPr>
      </p:pic>
      <p:pic>
        <p:nvPicPr>
          <p:cNvPr id="9" name="Object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6890" y="4087654"/>
            <a:ext cx="622649" cy="493776"/>
          </a:xfrm>
          <a:prstGeom prst="rect">
            <a:avLst/>
          </a:prstGeom>
        </p:spPr>
      </p:pic>
      <p:pic>
        <p:nvPicPr>
          <p:cNvPr id="10" name="Object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98809" y="6550104"/>
            <a:ext cx="5494258" cy="1225296"/>
          </a:xfrm>
          <a:prstGeom prst="rect">
            <a:avLst/>
          </a:prstGeom>
        </p:spPr>
      </p:pic>
      <p:pic>
        <p:nvPicPr>
          <p:cNvPr id="11" name="Object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25892" y="6513528"/>
            <a:ext cx="622649" cy="493776"/>
          </a:xfrm>
          <a:prstGeom prst="rect">
            <a:avLst/>
          </a:prstGeom>
        </p:spPr>
      </p:pic>
      <p:pic>
        <p:nvPicPr>
          <p:cNvPr id="12" name="Object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1907095"/>
            <a:ext cx="8930402" cy="713232"/>
          </a:xfrm>
          <a:prstGeom prst="rect">
            <a:avLst/>
          </a:prstGeom>
        </p:spPr>
      </p:pic>
      <p:pic>
        <p:nvPicPr>
          <p:cNvPr id="13" name="Object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2706910"/>
            <a:ext cx="10383441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806" y="1888807"/>
            <a:ext cx="8930402" cy="713232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806" y="2688622"/>
            <a:ext cx="10383441" cy="658368"/>
          </a:xfrm>
          <a:prstGeom prst="rect">
            <a:avLst/>
          </a:prstGeom>
        </p:spPr>
      </p:pic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3288" y="263319"/>
            <a:ext cx="1562195" cy="740664"/>
          </a:xfrm>
          <a:prstGeom prst="rect">
            <a:avLst/>
          </a:prstGeom>
        </p:spPr>
      </p:pic>
      <p:pic>
        <p:nvPicPr>
          <p:cNvPr id="6" name="Object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9013" y="341043"/>
            <a:ext cx="7659672" cy="585216"/>
          </a:xfrm>
          <a:prstGeom prst="rect">
            <a:avLst/>
          </a:prstGeom>
        </p:spPr>
      </p:pic>
      <p:pic>
        <p:nvPicPr>
          <p:cNvPr id="7" name="Object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8685" y="9245584"/>
            <a:ext cx="4702445" cy="329184"/>
          </a:xfrm>
          <a:prstGeom prst="rect">
            <a:avLst/>
          </a:prstGeom>
        </p:spPr>
      </p:pic>
      <p:pic>
        <p:nvPicPr>
          <p:cNvPr id="8" name="Object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2952" y="4142232"/>
            <a:ext cx="5494258" cy="1225296"/>
          </a:xfrm>
          <a:prstGeom prst="rect">
            <a:avLst/>
          </a:prstGeom>
        </p:spPr>
      </p:pic>
      <p:pic>
        <p:nvPicPr>
          <p:cNvPr id="9" name="Object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0436" y="4105656"/>
            <a:ext cx="622649" cy="493776"/>
          </a:xfrm>
          <a:prstGeom prst="rect">
            <a:avLst/>
          </a:prstGeom>
        </p:spPr>
      </p:pic>
      <p:pic>
        <p:nvPicPr>
          <p:cNvPr id="10" name="Object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2952" y="6556248"/>
            <a:ext cx="5751862" cy="1225296"/>
          </a:xfrm>
          <a:prstGeom prst="rect">
            <a:avLst/>
          </a:prstGeom>
        </p:spPr>
      </p:pic>
      <p:pic>
        <p:nvPicPr>
          <p:cNvPr id="11" name="Object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0436" y="6519672"/>
            <a:ext cx="622649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806" y="1902095"/>
            <a:ext cx="9455182" cy="713232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806" y="2688479"/>
            <a:ext cx="10383441" cy="658368"/>
          </a:xfrm>
          <a:prstGeom prst="rect">
            <a:avLst/>
          </a:prstGeom>
        </p:spPr>
      </p:pic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3288" y="263319"/>
            <a:ext cx="1562195" cy="740664"/>
          </a:xfrm>
          <a:prstGeom prst="rect">
            <a:avLst/>
          </a:prstGeom>
        </p:spPr>
      </p:pic>
      <p:pic>
        <p:nvPicPr>
          <p:cNvPr id="6" name="Object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010" y="341043"/>
            <a:ext cx="4802600" cy="585216"/>
          </a:xfrm>
          <a:prstGeom prst="rect">
            <a:avLst/>
          </a:prstGeom>
        </p:spPr>
      </p:pic>
      <p:pic>
        <p:nvPicPr>
          <p:cNvPr id="7" name="Object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8685" y="9245584"/>
            <a:ext cx="4702445" cy="329184"/>
          </a:xfrm>
          <a:prstGeom prst="rect">
            <a:avLst/>
          </a:prstGeom>
        </p:spPr>
      </p:pic>
      <p:pic>
        <p:nvPicPr>
          <p:cNvPr id="8" name="Object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8834" y="4516136"/>
            <a:ext cx="4324683" cy="978408"/>
          </a:xfrm>
          <a:prstGeom prst="rect">
            <a:avLst/>
          </a:prstGeom>
        </p:spPr>
      </p:pic>
      <p:pic>
        <p:nvPicPr>
          <p:cNvPr id="9" name="Object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76708" y="4516136"/>
            <a:ext cx="4324683" cy="978408"/>
          </a:xfrm>
          <a:prstGeom prst="rect">
            <a:avLst/>
          </a:prstGeom>
        </p:spPr>
      </p:pic>
      <p:pic>
        <p:nvPicPr>
          <p:cNvPr id="10" name="Object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22092" y="6556534"/>
            <a:ext cx="5807583" cy="1636776"/>
          </a:xfrm>
          <a:prstGeom prst="rect">
            <a:avLst/>
          </a:prstGeom>
        </p:spPr>
      </p:pic>
      <p:pic>
        <p:nvPicPr>
          <p:cNvPr id="11" name="Object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93808" y="6556391"/>
            <a:ext cx="5807583" cy="20482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288" y="263319"/>
            <a:ext cx="1562195" cy="740664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3010" y="341043"/>
            <a:ext cx="4802600" cy="585216"/>
          </a:xfrm>
          <a:prstGeom prst="rect">
            <a:avLst/>
          </a:prstGeom>
        </p:spPr>
      </p:pic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9832" y="3944350"/>
            <a:ext cx="1666780" cy="448056"/>
          </a:xfrm>
          <a:prstGeom prst="rect">
            <a:avLst/>
          </a:prstGeom>
        </p:spPr>
      </p:pic>
      <p:pic>
        <p:nvPicPr>
          <p:cNvPr id="6" name="Object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0191" y="6566821"/>
            <a:ext cx="3893487" cy="832104"/>
          </a:xfrm>
          <a:prstGeom prst="rect">
            <a:avLst/>
          </a:prstGeom>
        </p:spPr>
      </p:pic>
      <p:pic>
        <p:nvPicPr>
          <p:cNvPr id="7" name="Object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8685" y="9245584"/>
            <a:ext cx="4702445" cy="329184"/>
          </a:xfrm>
          <a:prstGeom prst="rect">
            <a:avLst/>
          </a:prstGeom>
        </p:spPr>
      </p:pic>
      <p:pic>
        <p:nvPicPr>
          <p:cNvPr id="8" name="Object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6672" y="2454735"/>
            <a:ext cx="3200400" cy="566928"/>
          </a:xfrm>
          <a:prstGeom prst="rect">
            <a:avLst/>
          </a:prstGeom>
        </p:spPr>
      </p:pic>
      <p:pic>
        <p:nvPicPr>
          <p:cNvPr id="9" name="Object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03999" y="2529459"/>
            <a:ext cx="3200400" cy="566928"/>
          </a:xfrm>
          <a:prstGeom prst="rect">
            <a:avLst/>
          </a:prstGeom>
        </p:spPr>
      </p:pic>
      <p:pic>
        <p:nvPicPr>
          <p:cNvPr id="10" name="Object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19211" y="6569250"/>
            <a:ext cx="3893487" cy="832104"/>
          </a:xfrm>
          <a:prstGeom prst="rect">
            <a:avLst/>
          </a:prstGeom>
        </p:spPr>
      </p:pic>
      <p:pic>
        <p:nvPicPr>
          <p:cNvPr id="11" name="Object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39024" y="2508314"/>
            <a:ext cx="3200400" cy="566928"/>
          </a:xfrm>
          <a:prstGeom prst="rect">
            <a:avLst/>
          </a:prstGeom>
        </p:spPr>
      </p:pic>
      <p:pic>
        <p:nvPicPr>
          <p:cNvPr id="12" name="Object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17959" y="6566821"/>
            <a:ext cx="3893487" cy="832104"/>
          </a:xfrm>
          <a:prstGeom prst="rect">
            <a:avLst/>
          </a:prstGeom>
        </p:spPr>
      </p:pic>
      <p:pic>
        <p:nvPicPr>
          <p:cNvPr id="13" name="Object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552140" y="6566821"/>
            <a:ext cx="3893487" cy="832104"/>
          </a:xfrm>
          <a:prstGeom prst="rect">
            <a:avLst/>
          </a:prstGeom>
        </p:spPr>
      </p:pic>
      <p:pic>
        <p:nvPicPr>
          <p:cNvPr id="14" name="Object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603290" y="2498312"/>
            <a:ext cx="320040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806" y="1888950"/>
            <a:ext cx="8930402" cy="713232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3288" y="263319"/>
            <a:ext cx="1562195" cy="740664"/>
          </a:xfrm>
          <a:prstGeom prst="rect">
            <a:avLst/>
          </a:prstGeom>
        </p:spPr>
      </p:pic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9013" y="341043"/>
            <a:ext cx="7659672" cy="585216"/>
          </a:xfrm>
          <a:prstGeom prst="rect">
            <a:avLst/>
          </a:prstGeom>
        </p:spPr>
      </p:pic>
      <p:pic>
        <p:nvPicPr>
          <p:cNvPr id="6" name="Object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8685" y="9245584"/>
            <a:ext cx="4702445" cy="329184"/>
          </a:xfrm>
          <a:prstGeom prst="rect">
            <a:avLst/>
          </a:prstGeom>
        </p:spPr>
      </p:pic>
      <p:pic>
        <p:nvPicPr>
          <p:cNvPr id="7" name="Object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7134" y="6557820"/>
            <a:ext cx="5494258" cy="1636776"/>
          </a:xfrm>
          <a:prstGeom prst="rect">
            <a:avLst/>
          </a:prstGeom>
        </p:spPr>
      </p:pic>
      <p:pic>
        <p:nvPicPr>
          <p:cNvPr id="8" name="Object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97237" y="6763560"/>
            <a:ext cx="5494258" cy="12252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806" y="1897809"/>
            <a:ext cx="10686764" cy="713232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806" y="2697623"/>
            <a:ext cx="10383441" cy="329184"/>
          </a:xfrm>
          <a:prstGeom prst="rect">
            <a:avLst/>
          </a:prstGeom>
        </p:spPr>
      </p:pic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3288" y="263319"/>
            <a:ext cx="1562195" cy="740664"/>
          </a:xfrm>
          <a:prstGeom prst="rect">
            <a:avLst/>
          </a:prstGeom>
        </p:spPr>
      </p:pic>
      <p:pic>
        <p:nvPicPr>
          <p:cNvPr id="6" name="Object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2869" y="341186"/>
            <a:ext cx="6611112" cy="585216"/>
          </a:xfrm>
          <a:prstGeom prst="rect">
            <a:avLst/>
          </a:prstGeom>
        </p:spPr>
      </p:pic>
      <p:pic>
        <p:nvPicPr>
          <p:cNvPr id="7" name="Object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8685" y="9245584"/>
            <a:ext cx="4702445" cy="329184"/>
          </a:xfrm>
          <a:prstGeom prst="rect">
            <a:avLst/>
          </a:prstGeom>
        </p:spPr>
      </p:pic>
      <p:pic>
        <p:nvPicPr>
          <p:cNvPr id="8" name="Object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2952" y="4142232"/>
            <a:ext cx="5494258" cy="1636776"/>
          </a:xfrm>
          <a:prstGeom prst="rect">
            <a:avLst/>
          </a:prstGeom>
        </p:spPr>
      </p:pic>
      <p:pic>
        <p:nvPicPr>
          <p:cNvPr id="9" name="Object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0436" y="4105656"/>
            <a:ext cx="622649" cy="493776"/>
          </a:xfrm>
          <a:prstGeom prst="rect">
            <a:avLst/>
          </a:prstGeom>
        </p:spPr>
      </p:pic>
      <p:pic>
        <p:nvPicPr>
          <p:cNvPr id="10" name="Object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22942" y="6510528"/>
            <a:ext cx="5494258" cy="1225296"/>
          </a:xfrm>
          <a:prstGeom prst="rect">
            <a:avLst/>
          </a:prstGeom>
        </p:spPr>
      </p:pic>
      <p:pic>
        <p:nvPicPr>
          <p:cNvPr id="11" name="Object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80303" y="6473952"/>
            <a:ext cx="622649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288" y="263319"/>
            <a:ext cx="1562195" cy="740664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2869" y="341186"/>
            <a:ext cx="6611112" cy="585216"/>
          </a:xfrm>
          <a:prstGeom prst="rect">
            <a:avLst/>
          </a:prstGeom>
        </p:spPr>
      </p:pic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8685" y="9245584"/>
            <a:ext cx="4702445" cy="329184"/>
          </a:xfrm>
          <a:prstGeom prst="rect">
            <a:avLst/>
          </a:prstGeom>
        </p:spPr>
      </p:pic>
      <p:pic>
        <p:nvPicPr>
          <p:cNvPr id="6" name="Object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8788" y="1934956"/>
            <a:ext cx="3454575" cy="438912"/>
          </a:xfrm>
          <a:prstGeom prst="rect">
            <a:avLst/>
          </a:prstGeom>
        </p:spPr>
      </p:pic>
      <p:pic>
        <p:nvPicPr>
          <p:cNvPr id="7" name="Object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6844" y="1934956"/>
            <a:ext cx="3454575" cy="438912"/>
          </a:xfrm>
          <a:prstGeom prst="rect">
            <a:avLst/>
          </a:prstGeom>
        </p:spPr>
      </p:pic>
      <p:pic>
        <p:nvPicPr>
          <p:cNvPr id="8" name="Object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9589" y="1934956"/>
            <a:ext cx="3454575" cy="438912"/>
          </a:xfrm>
          <a:prstGeom prst="rect">
            <a:avLst/>
          </a:prstGeom>
        </p:spPr>
      </p:pic>
      <p:pic>
        <p:nvPicPr>
          <p:cNvPr id="9" name="Object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78788" y="3459861"/>
            <a:ext cx="3200400" cy="1472184"/>
          </a:xfrm>
          <a:prstGeom prst="rect">
            <a:avLst/>
          </a:prstGeom>
        </p:spPr>
      </p:pic>
      <p:pic>
        <p:nvPicPr>
          <p:cNvPr id="10" name="Object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34354" y="6509671"/>
            <a:ext cx="3200400" cy="1472184"/>
          </a:xfrm>
          <a:prstGeom prst="rect">
            <a:avLst/>
          </a:prstGeom>
        </p:spPr>
      </p:pic>
      <p:pic>
        <p:nvPicPr>
          <p:cNvPr id="11" name="Object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99143" y="3522012"/>
            <a:ext cx="3200400" cy="1472184"/>
          </a:xfrm>
          <a:prstGeom prst="rect">
            <a:avLst/>
          </a:prstGeom>
        </p:spPr>
      </p:pic>
      <p:pic>
        <p:nvPicPr>
          <p:cNvPr id="12" name="Object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99143" y="6509528"/>
            <a:ext cx="3200400" cy="1472184"/>
          </a:xfrm>
          <a:prstGeom prst="rect">
            <a:avLst/>
          </a:prstGeom>
        </p:spPr>
      </p:pic>
      <p:pic>
        <p:nvPicPr>
          <p:cNvPr id="13" name="Object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050917" y="3465862"/>
            <a:ext cx="3200400" cy="1472184"/>
          </a:xfrm>
          <a:prstGeom prst="rect">
            <a:avLst/>
          </a:prstGeom>
        </p:spPr>
      </p:pic>
      <p:pic>
        <p:nvPicPr>
          <p:cNvPr id="14" name="Object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094351" y="6509671"/>
            <a:ext cx="3200400" cy="1472184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724412E4-E217-401B-8F67-1FBB094EB078}"/>
              </a:ext>
            </a:extLst>
          </p:cNvPr>
          <p:cNvSpPr/>
          <p:nvPr/>
        </p:nvSpPr>
        <p:spPr>
          <a:xfrm>
            <a:off x="3554730" y="4468987"/>
            <a:ext cx="1108710" cy="524495"/>
          </a:xfrm>
          <a:prstGeom prst="rect">
            <a:avLst/>
          </a:prstGeom>
          <a:solidFill>
            <a:srgbClr val="C7CFB0"/>
          </a:solidFill>
          <a:ln>
            <a:solidFill>
              <a:srgbClr val="C7CF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</a:rPr>
              <a:t>지역을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806" y="1721930"/>
            <a:ext cx="10941796" cy="713232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806" y="2436447"/>
            <a:ext cx="10383441" cy="658368"/>
          </a:xfrm>
          <a:prstGeom prst="rect">
            <a:avLst/>
          </a:prstGeom>
        </p:spPr>
      </p:pic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3288" y="263319"/>
            <a:ext cx="1562195" cy="740664"/>
          </a:xfrm>
          <a:prstGeom prst="rect">
            <a:avLst/>
          </a:prstGeom>
        </p:spPr>
      </p:pic>
      <p:pic>
        <p:nvPicPr>
          <p:cNvPr id="6" name="Object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2869" y="341186"/>
            <a:ext cx="6611112" cy="585216"/>
          </a:xfrm>
          <a:prstGeom prst="rect">
            <a:avLst/>
          </a:prstGeom>
        </p:spPr>
      </p:pic>
      <p:pic>
        <p:nvPicPr>
          <p:cNvPr id="7" name="Object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8207" y="5958745"/>
            <a:ext cx="2071545" cy="557784"/>
          </a:xfrm>
          <a:prstGeom prst="rect">
            <a:avLst/>
          </a:prstGeom>
        </p:spPr>
      </p:pic>
      <p:pic>
        <p:nvPicPr>
          <p:cNvPr id="8" name="Object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9294" y="6061615"/>
            <a:ext cx="2071545" cy="557784"/>
          </a:xfrm>
          <a:prstGeom prst="rect">
            <a:avLst/>
          </a:prstGeom>
        </p:spPr>
      </p:pic>
      <p:pic>
        <p:nvPicPr>
          <p:cNvPr id="9" name="Object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26869" y="5969032"/>
            <a:ext cx="2071545" cy="557784"/>
          </a:xfrm>
          <a:prstGeom prst="rect">
            <a:avLst/>
          </a:prstGeom>
        </p:spPr>
      </p:pic>
      <p:pic>
        <p:nvPicPr>
          <p:cNvPr id="10" name="Object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8685" y="9245584"/>
            <a:ext cx="4702445" cy="329184"/>
          </a:xfrm>
          <a:prstGeom prst="rect">
            <a:avLst/>
          </a:prstGeom>
        </p:spPr>
      </p:pic>
      <p:pic>
        <p:nvPicPr>
          <p:cNvPr id="11" name="Object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527012" y="4029075"/>
            <a:ext cx="5494258" cy="28712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288" y="263319"/>
            <a:ext cx="1562195" cy="740664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4296" y="341043"/>
            <a:ext cx="8634508" cy="585216"/>
          </a:xfrm>
          <a:prstGeom prst="rect">
            <a:avLst/>
          </a:prstGeom>
        </p:spPr>
      </p:pic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7883" y="2291286"/>
            <a:ext cx="2583323" cy="438912"/>
          </a:xfrm>
          <a:prstGeom prst="rect">
            <a:avLst/>
          </a:prstGeom>
        </p:spPr>
      </p:pic>
      <p:pic>
        <p:nvPicPr>
          <p:cNvPr id="6" name="Object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8962" y="3218831"/>
            <a:ext cx="2583323" cy="438912"/>
          </a:xfrm>
          <a:prstGeom prst="rect">
            <a:avLst/>
          </a:prstGeom>
        </p:spPr>
      </p:pic>
      <p:pic>
        <p:nvPicPr>
          <p:cNvPr id="7" name="Object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0816" y="3218831"/>
            <a:ext cx="2583323" cy="438912"/>
          </a:xfrm>
          <a:prstGeom prst="rect">
            <a:avLst/>
          </a:prstGeom>
        </p:spPr>
      </p:pic>
      <p:pic>
        <p:nvPicPr>
          <p:cNvPr id="8" name="Object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65515" y="3218831"/>
            <a:ext cx="2583323" cy="438912"/>
          </a:xfrm>
          <a:prstGeom prst="rect">
            <a:avLst/>
          </a:prstGeom>
        </p:spPr>
      </p:pic>
      <p:pic>
        <p:nvPicPr>
          <p:cNvPr id="9" name="Object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7046" y="4091797"/>
            <a:ext cx="3545586" cy="2459736"/>
          </a:xfrm>
          <a:prstGeom prst="rect">
            <a:avLst/>
          </a:prstGeom>
        </p:spPr>
      </p:pic>
      <p:pic>
        <p:nvPicPr>
          <p:cNvPr id="10" name="Object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89613" y="4091797"/>
            <a:ext cx="3545586" cy="2459736"/>
          </a:xfrm>
          <a:prstGeom prst="rect">
            <a:avLst/>
          </a:prstGeom>
        </p:spPr>
      </p:pic>
      <p:pic>
        <p:nvPicPr>
          <p:cNvPr id="11" name="Object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84312" y="4091797"/>
            <a:ext cx="3545586" cy="2459736"/>
          </a:xfrm>
          <a:prstGeom prst="rect">
            <a:avLst/>
          </a:prstGeom>
        </p:spPr>
      </p:pic>
      <p:pic>
        <p:nvPicPr>
          <p:cNvPr id="12" name="Object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949208" y="8305038"/>
            <a:ext cx="5215795" cy="877824"/>
          </a:xfrm>
          <a:prstGeom prst="rect">
            <a:avLst/>
          </a:prstGeom>
        </p:spPr>
      </p:pic>
      <p:pic>
        <p:nvPicPr>
          <p:cNvPr id="13" name="Object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29279" y="8305038"/>
            <a:ext cx="7724537" cy="438912"/>
          </a:xfrm>
          <a:prstGeom prst="rect">
            <a:avLst/>
          </a:prstGeom>
        </p:spPr>
      </p:pic>
      <p:pic>
        <p:nvPicPr>
          <p:cNvPr id="14" name="Object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47883" y="7565374"/>
            <a:ext cx="2583323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288" y="263319"/>
            <a:ext cx="1562195" cy="740664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2869" y="341186"/>
            <a:ext cx="9266587" cy="585216"/>
          </a:xfrm>
          <a:prstGeom prst="rect">
            <a:avLst/>
          </a:prstGeom>
        </p:spPr>
      </p:pic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8685" y="9245584"/>
            <a:ext cx="4702445" cy="329184"/>
          </a:xfrm>
          <a:prstGeom prst="rect">
            <a:avLst/>
          </a:prstGeom>
        </p:spPr>
      </p:pic>
      <p:pic>
        <p:nvPicPr>
          <p:cNvPr id="6" name="Object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057" y="2032397"/>
            <a:ext cx="5722430" cy="493776"/>
          </a:xfrm>
          <a:prstGeom prst="rect">
            <a:avLst/>
          </a:prstGeom>
        </p:spPr>
      </p:pic>
      <p:pic>
        <p:nvPicPr>
          <p:cNvPr id="7" name="Object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057" y="2837926"/>
            <a:ext cx="9450896" cy="411480"/>
          </a:xfrm>
          <a:prstGeom prst="rect">
            <a:avLst/>
          </a:prstGeom>
        </p:spPr>
      </p:pic>
      <p:pic>
        <p:nvPicPr>
          <p:cNvPr id="8" name="Object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0401" y="7946993"/>
            <a:ext cx="5722430" cy="493776"/>
          </a:xfrm>
          <a:prstGeom prst="rect">
            <a:avLst/>
          </a:prstGeom>
        </p:spPr>
      </p:pic>
      <p:pic>
        <p:nvPicPr>
          <p:cNvPr id="9" name="Object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544" y="8712375"/>
            <a:ext cx="9450896" cy="411480"/>
          </a:xfrm>
          <a:prstGeom prst="rect">
            <a:avLst/>
          </a:prstGeom>
        </p:spPr>
      </p:pic>
      <p:pic>
        <p:nvPicPr>
          <p:cNvPr id="10" name="Object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44164" y="5020199"/>
            <a:ext cx="2431018" cy="566928"/>
          </a:xfrm>
          <a:prstGeom prst="rect">
            <a:avLst/>
          </a:prstGeom>
        </p:spPr>
      </p:pic>
      <p:pic>
        <p:nvPicPr>
          <p:cNvPr id="11" name="Object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44021" y="5886593"/>
            <a:ext cx="2878788" cy="1316736"/>
          </a:xfrm>
          <a:prstGeom prst="rect">
            <a:avLst/>
          </a:prstGeom>
        </p:spPr>
      </p:pic>
      <p:pic>
        <p:nvPicPr>
          <p:cNvPr id="12" name="Object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0544" y="4587002"/>
            <a:ext cx="5722430" cy="493776"/>
          </a:xfrm>
          <a:prstGeom prst="rect">
            <a:avLst/>
          </a:prstGeom>
        </p:spPr>
      </p:pic>
      <p:pic>
        <p:nvPicPr>
          <p:cNvPr id="13" name="Object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0544" y="5352383"/>
            <a:ext cx="9450896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444" y="1715357"/>
            <a:ext cx="8930402" cy="713232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3288" y="263319"/>
            <a:ext cx="1562195" cy="740664"/>
          </a:xfrm>
          <a:prstGeom prst="rect">
            <a:avLst/>
          </a:prstGeom>
        </p:spPr>
      </p:pic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2869" y="341186"/>
            <a:ext cx="9266587" cy="585216"/>
          </a:xfrm>
          <a:prstGeom prst="rect">
            <a:avLst/>
          </a:prstGeom>
        </p:spPr>
      </p:pic>
      <p:pic>
        <p:nvPicPr>
          <p:cNvPr id="6" name="Object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8685" y="9245584"/>
            <a:ext cx="4702445" cy="329184"/>
          </a:xfrm>
          <a:prstGeom prst="rect">
            <a:avLst/>
          </a:prstGeom>
        </p:spPr>
      </p:pic>
      <p:pic>
        <p:nvPicPr>
          <p:cNvPr id="7" name="Object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4444" y="2419445"/>
            <a:ext cx="10383441" cy="804672"/>
          </a:xfrm>
          <a:prstGeom prst="rect">
            <a:avLst/>
          </a:prstGeom>
        </p:spPr>
      </p:pic>
      <p:pic>
        <p:nvPicPr>
          <p:cNvPr id="8" name="Object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3445" y="2794349"/>
            <a:ext cx="7342346" cy="438912"/>
          </a:xfrm>
          <a:prstGeom prst="rect">
            <a:avLst/>
          </a:prstGeom>
        </p:spPr>
      </p:pic>
      <p:pic>
        <p:nvPicPr>
          <p:cNvPr id="9" name="Object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39628" y="8655510"/>
            <a:ext cx="4812173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288" y="2407872"/>
            <a:ext cx="8930402" cy="713232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3288" y="263319"/>
            <a:ext cx="1562195" cy="740664"/>
          </a:xfrm>
          <a:prstGeom prst="rect">
            <a:avLst/>
          </a:prstGeom>
        </p:spPr>
      </p:pic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2869" y="341186"/>
            <a:ext cx="6611112" cy="585216"/>
          </a:xfrm>
          <a:prstGeom prst="rect">
            <a:avLst/>
          </a:prstGeom>
        </p:spPr>
      </p:pic>
      <p:pic>
        <p:nvPicPr>
          <p:cNvPr id="6" name="Object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8685" y="9245584"/>
            <a:ext cx="4702445" cy="329184"/>
          </a:xfrm>
          <a:prstGeom prst="rect">
            <a:avLst/>
          </a:prstGeom>
        </p:spPr>
      </p:pic>
      <p:pic>
        <p:nvPicPr>
          <p:cNvPr id="7" name="Object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2288" y="3597735"/>
            <a:ext cx="6371082" cy="1426464"/>
          </a:xfrm>
          <a:prstGeom prst="rect">
            <a:avLst/>
          </a:prstGeom>
        </p:spPr>
      </p:pic>
      <p:pic>
        <p:nvPicPr>
          <p:cNvPr id="8" name="Object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2288" y="5359813"/>
            <a:ext cx="6371082" cy="19019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806" y="1897952"/>
            <a:ext cx="8930402" cy="713232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806" y="2697766"/>
            <a:ext cx="10383441" cy="658368"/>
          </a:xfrm>
          <a:prstGeom prst="rect">
            <a:avLst/>
          </a:prstGeom>
        </p:spPr>
      </p:pic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3288" y="263319"/>
            <a:ext cx="1562195" cy="740664"/>
          </a:xfrm>
          <a:prstGeom prst="rect">
            <a:avLst/>
          </a:prstGeom>
        </p:spPr>
      </p:pic>
      <p:pic>
        <p:nvPicPr>
          <p:cNvPr id="6" name="Object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2869" y="341186"/>
            <a:ext cx="6611112" cy="585216"/>
          </a:xfrm>
          <a:prstGeom prst="rect">
            <a:avLst/>
          </a:prstGeom>
        </p:spPr>
      </p:pic>
      <p:pic>
        <p:nvPicPr>
          <p:cNvPr id="7" name="Object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1812" y="3253264"/>
            <a:ext cx="1485186" cy="411480"/>
          </a:xfrm>
          <a:prstGeom prst="rect">
            <a:avLst/>
          </a:prstGeom>
        </p:spPr>
      </p:pic>
      <p:pic>
        <p:nvPicPr>
          <p:cNvPr id="8" name="Object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38207" y="5958602"/>
            <a:ext cx="2071545" cy="557784"/>
          </a:xfrm>
          <a:prstGeom prst="rect">
            <a:avLst/>
          </a:prstGeom>
        </p:spPr>
      </p:pic>
      <p:pic>
        <p:nvPicPr>
          <p:cNvPr id="9" name="Object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7949" y="7661243"/>
            <a:ext cx="3893487" cy="786384"/>
          </a:xfrm>
          <a:prstGeom prst="rect">
            <a:avLst/>
          </a:prstGeom>
        </p:spPr>
      </p:pic>
      <p:pic>
        <p:nvPicPr>
          <p:cNvPr id="10" name="Object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35719" y="3242977"/>
            <a:ext cx="1485186" cy="411480"/>
          </a:xfrm>
          <a:prstGeom prst="rect">
            <a:avLst/>
          </a:prstGeom>
        </p:spPr>
      </p:pic>
      <p:pic>
        <p:nvPicPr>
          <p:cNvPr id="11" name="Object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1540" y="5958602"/>
            <a:ext cx="2071545" cy="557784"/>
          </a:xfrm>
          <a:prstGeom prst="rect">
            <a:avLst/>
          </a:prstGeom>
        </p:spPr>
      </p:pic>
      <p:pic>
        <p:nvPicPr>
          <p:cNvPr id="12" name="Object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31425" y="7661243"/>
            <a:ext cx="3893487" cy="786384"/>
          </a:xfrm>
          <a:prstGeom prst="rect">
            <a:avLst/>
          </a:prstGeom>
        </p:spPr>
      </p:pic>
      <p:pic>
        <p:nvPicPr>
          <p:cNvPr id="13" name="Object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815763" y="3253264"/>
            <a:ext cx="1485186" cy="411480"/>
          </a:xfrm>
          <a:prstGeom prst="rect">
            <a:avLst/>
          </a:prstGeom>
        </p:spPr>
      </p:pic>
      <p:pic>
        <p:nvPicPr>
          <p:cNvPr id="14" name="Object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26869" y="5968889"/>
            <a:ext cx="2071545" cy="557784"/>
          </a:xfrm>
          <a:prstGeom prst="rect">
            <a:avLst/>
          </a:prstGeom>
        </p:spPr>
      </p:pic>
      <p:pic>
        <p:nvPicPr>
          <p:cNvPr id="15" name="Object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06754" y="7671530"/>
            <a:ext cx="3893487" cy="786384"/>
          </a:xfrm>
          <a:prstGeom prst="rect">
            <a:avLst/>
          </a:prstGeom>
        </p:spPr>
      </p:pic>
      <p:pic>
        <p:nvPicPr>
          <p:cNvPr id="16" name="Object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48685" y="9245584"/>
            <a:ext cx="4702445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806" y="1897809"/>
            <a:ext cx="8930402" cy="713232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806" y="2697623"/>
            <a:ext cx="10383441" cy="329184"/>
          </a:xfrm>
          <a:prstGeom prst="rect">
            <a:avLst/>
          </a:prstGeom>
        </p:spPr>
      </p:pic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3288" y="263319"/>
            <a:ext cx="1562195" cy="740664"/>
          </a:xfrm>
          <a:prstGeom prst="rect">
            <a:avLst/>
          </a:prstGeom>
        </p:spPr>
      </p:pic>
      <p:pic>
        <p:nvPicPr>
          <p:cNvPr id="6" name="Object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2869" y="341186"/>
            <a:ext cx="6611112" cy="585216"/>
          </a:xfrm>
          <a:prstGeom prst="rect">
            <a:avLst/>
          </a:prstGeom>
        </p:spPr>
      </p:pic>
      <p:pic>
        <p:nvPicPr>
          <p:cNvPr id="7" name="Object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1812" y="3253264"/>
            <a:ext cx="1485186" cy="411480"/>
          </a:xfrm>
          <a:prstGeom prst="rect">
            <a:avLst/>
          </a:prstGeom>
        </p:spPr>
      </p:pic>
      <p:pic>
        <p:nvPicPr>
          <p:cNvPr id="8" name="Object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38207" y="5958745"/>
            <a:ext cx="2071545" cy="557784"/>
          </a:xfrm>
          <a:prstGeom prst="rect">
            <a:avLst/>
          </a:prstGeom>
        </p:spPr>
      </p:pic>
      <p:pic>
        <p:nvPicPr>
          <p:cNvPr id="9" name="Object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7949" y="7538085"/>
            <a:ext cx="3893487" cy="1188720"/>
          </a:xfrm>
          <a:prstGeom prst="rect">
            <a:avLst/>
          </a:prstGeom>
        </p:spPr>
      </p:pic>
      <p:pic>
        <p:nvPicPr>
          <p:cNvPr id="10" name="Object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35719" y="3242977"/>
            <a:ext cx="1485186" cy="411480"/>
          </a:xfrm>
          <a:prstGeom prst="rect">
            <a:avLst/>
          </a:prstGeom>
        </p:spPr>
      </p:pic>
      <p:pic>
        <p:nvPicPr>
          <p:cNvPr id="11" name="Object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1540" y="5958602"/>
            <a:ext cx="2071545" cy="557784"/>
          </a:xfrm>
          <a:prstGeom prst="rect">
            <a:avLst/>
          </a:prstGeom>
        </p:spPr>
      </p:pic>
      <p:pic>
        <p:nvPicPr>
          <p:cNvPr id="12" name="Object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31425" y="7661243"/>
            <a:ext cx="3893487" cy="786384"/>
          </a:xfrm>
          <a:prstGeom prst="rect">
            <a:avLst/>
          </a:prstGeom>
        </p:spPr>
      </p:pic>
      <p:pic>
        <p:nvPicPr>
          <p:cNvPr id="13" name="Object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815763" y="3253264"/>
            <a:ext cx="1485186" cy="411480"/>
          </a:xfrm>
          <a:prstGeom prst="rect">
            <a:avLst/>
          </a:prstGeom>
        </p:spPr>
      </p:pic>
      <p:pic>
        <p:nvPicPr>
          <p:cNvPr id="14" name="Object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26869" y="5968889"/>
            <a:ext cx="2071545" cy="557784"/>
          </a:xfrm>
          <a:prstGeom prst="rect">
            <a:avLst/>
          </a:prstGeom>
        </p:spPr>
      </p:pic>
      <p:pic>
        <p:nvPicPr>
          <p:cNvPr id="15" name="Object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06754" y="7671530"/>
            <a:ext cx="3893487" cy="786384"/>
          </a:xfrm>
          <a:prstGeom prst="rect">
            <a:avLst/>
          </a:prstGeom>
        </p:spPr>
      </p:pic>
      <p:pic>
        <p:nvPicPr>
          <p:cNvPr id="16" name="Object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48685" y="9245584"/>
            <a:ext cx="4702445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806" y="1897809"/>
            <a:ext cx="8930402" cy="713232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806" y="2697623"/>
            <a:ext cx="10383441" cy="987552"/>
          </a:xfrm>
          <a:prstGeom prst="rect">
            <a:avLst/>
          </a:prstGeom>
        </p:spPr>
      </p:pic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6729" y="341186"/>
            <a:ext cx="6611112" cy="585216"/>
          </a:xfrm>
          <a:prstGeom prst="rect">
            <a:avLst/>
          </a:prstGeom>
        </p:spPr>
      </p:pic>
      <p:pic>
        <p:nvPicPr>
          <p:cNvPr id="6" name="Object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8685" y="9245584"/>
            <a:ext cx="4702445" cy="329184"/>
          </a:xfrm>
          <a:prstGeom prst="rect">
            <a:avLst/>
          </a:prstGeom>
        </p:spPr>
      </p:pic>
      <p:pic>
        <p:nvPicPr>
          <p:cNvPr id="7" name="Object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7806" y="4213384"/>
            <a:ext cx="8930402" cy="713232"/>
          </a:xfrm>
          <a:prstGeom prst="rect">
            <a:avLst/>
          </a:prstGeom>
        </p:spPr>
      </p:pic>
      <p:pic>
        <p:nvPicPr>
          <p:cNvPr id="8" name="Object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17806" y="5013198"/>
            <a:ext cx="10383441" cy="987552"/>
          </a:xfrm>
          <a:prstGeom prst="rect">
            <a:avLst/>
          </a:prstGeom>
        </p:spPr>
      </p:pic>
      <p:pic>
        <p:nvPicPr>
          <p:cNvPr id="9" name="Object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7806" y="6711125"/>
            <a:ext cx="8930402" cy="713232"/>
          </a:xfrm>
          <a:prstGeom prst="rect">
            <a:avLst/>
          </a:prstGeom>
        </p:spPr>
      </p:pic>
      <p:pic>
        <p:nvPicPr>
          <p:cNvPr id="10" name="Object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17806" y="7510939"/>
            <a:ext cx="10383441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5481399"/>
            <a:ext cx="10592324" cy="2039112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7163895"/>
            <a:ext cx="10592324" cy="566928"/>
          </a:xfrm>
          <a:prstGeom prst="rect">
            <a:avLst/>
          </a:prstGeom>
        </p:spPr>
      </p:pic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0712" y="8951262"/>
            <a:ext cx="10592324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19</Words>
  <Application>Microsoft Office PowerPoint</Application>
  <PresentationFormat>사용자 지정</PresentationFormat>
  <Paragraphs>19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>Presentation</dc:subject>
  <dc:creator>mangoboard.net_6514169</dc:creator>
  <cp:lastModifiedBy>장이준</cp:lastModifiedBy>
  <cp:revision>2</cp:revision>
  <dcterms:created xsi:type="dcterms:W3CDTF">2020-10-30T12:50:19Z</dcterms:created>
  <dcterms:modified xsi:type="dcterms:W3CDTF">2020-10-31T05:15:29Z</dcterms:modified>
</cp:coreProperties>
</file>